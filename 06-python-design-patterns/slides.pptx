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8" r:id="rId2"/>
    <p:sldId id="274" r:id="rId3"/>
  </p:sldIdLst>
  <p:sldSz cx="18288000" cy="10287000"/>
  <p:notesSz cx="6858000" cy="9144000"/>
  <p:embeddedFontLst>
    <p:embeddedFont>
      <p:font typeface="Haim" panose="020B0604020202020204" charset="-79"/>
      <p:regular r:id="rId5"/>
    </p:embeddedFont>
    <p:embeddedFont>
      <p:font typeface="TT Lakes Neue Expanded Bold" panose="020B0604020202020204" charset="0"/>
      <p:regular r:id="rId6"/>
    </p:embeddedFont>
  </p:embeddedFontLst>
  <p:custShowLst>
    <p:custShow name="Title of Lecture 2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85005" autoAdjust="0"/>
  </p:normalViewPr>
  <p:slideViewPr>
    <p:cSldViewPr>
      <p:cViewPr varScale="1">
        <p:scale>
          <a:sx n="61" d="100"/>
          <a:sy n="61" d="100"/>
        </p:scale>
        <p:origin x="126" y="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92BC0D5-0843-46CE-B4B3-FDD7262E77E3}" type="datetimeFigureOut">
              <a:rPr lang="he-IL" smtClean="0"/>
              <a:t>ח'/ניסן/תשפ"ו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DAB58470-0623-4BFC-ADE1-E202593B04C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24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1865" y="-485270"/>
            <a:ext cx="11706247" cy="11706247"/>
          </a:xfrm>
          <a:custGeom>
            <a:avLst/>
            <a:gdLst/>
            <a:ahLst/>
            <a:cxnLst/>
            <a:rect l="l" t="t" r="r" b="b"/>
            <a:pathLst>
              <a:path w="11706247" h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488273" y="-1977661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5130555" y="102870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028700" y="1600418"/>
            <a:ext cx="16514364" cy="7086163"/>
          </a:xfrm>
          <a:custGeom>
            <a:avLst/>
            <a:gdLst/>
            <a:ahLst/>
            <a:cxnLst/>
            <a:rect l="l" t="t" r="r" b="b"/>
            <a:pathLst>
              <a:path w="16514364" h="7086163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7600950" y="936537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955380" y="-134402"/>
            <a:ext cx="4198317" cy="1339997"/>
          </a:xfrm>
          <a:custGeom>
            <a:avLst/>
            <a:gdLst/>
            <a:ahLst/>
            <a:cxnLst/>
            <a:rect l="l" t="t" r="r" b="b"/>
            <a:pathLst>
              <a:path w="4198317" h="1339997">
                <a:moveTo>
                  <a:pt x="0" y="0"/>
                </a:moveTo>
                <a:lnTo>
                  <a:pt x="4198317" y="0"/>
                </a:lnTo>
                <a:lnTo>
                  <a:pt x="4198317" y="1339996"/>
                </a:lnTo>
                <a:lnTo>
                  <a:pt x="0" y="1339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170631" y="3711164"/>
            <a:ext cx="16088669" cy="523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דגמי עיצוב בפייתון</a:t>
            </a: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45241" y="9751450"/>
            <a:ext cx="1684932" cy="2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739" b="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607F66E-C8C3-FFEC-9C26-B03F36120BCC}"/>
              </a:ext>
            </a:extLst>
          </p:cNvPr>
          <p:cNvSpPr txBox="1"/>
          <p:nvPr/>
        </p:nvSpPr>
        <p:spPr>
          <a:xfrm>
            <a:off x="1028700" y="469080"/>
            <a:ext cx="16514364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he-IL" sz="600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תכנות אלגוריתמים מחקריים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BCFECAD-6922-04FB-4156-FDCDA18A316C}"/>
              </a:ext>
            </a:extLst>
          </p:cNvPr>
          <p:cNvSpPr txBox="1"/>
          <p:nvPr/>
        </p:nvSpPr>
        <p:spPr>
          <a:xfrm>
            <a:off x="1028700" y="7962900"/>
            <a:ext cx="16421099" cy="373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4"/>
              </a:lnSpc>
              <a:spcBef>
                <a:spcPct val="0"/>
              </a:spcBef>
            </a:pP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פרופ' אראל </a:t>
            </a:r>
            <a:r>
              <a:rPr lang="he-IL" sz="3200" u="none" strike="noStrike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סגל הלוי - </a:t>
            </a: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המחלקה למדעי המחשב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דגם עיצוב – </a:t>
            </a:r>
            <a:r>
              <a:rPr lang="en-US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 pattern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6040E67-2F94-5DE1-DF28-8FBBF9EF8522}"/>
              </a:ext>
            </a:extLst>
          </p:cNvPr>
          <p:cNvCxnSpPr>
            <a:cxnSpLocks/>
          </p:cNvCxnSpPr>
          <p:nvPr/>
        </p:nvCxnSpPr>
        <p:spPr>
          <a:xfrm flipV="1">
            <a:off x="7772400" y="2247900"/>
            <a:ext cx="0" cy="6781800"/>
          </a:xfrm>
          <a:prstGeom prst="straightConnector1">
            <a:avLst/>
          </a:prstGeom>
          <a:ln w="635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3399F4-2086-B82D-CF7A-C813B4F9333F}"/>
              </a:ext>
            </a:extLst>
          </p:cNvPr>
          <p:cNvSpPr txBox="1"/>
          <p:nvPr/>
        </p:nvSpPr>
        <p:spPr>
          <a:xfrm>
            <a:off x="6400800" y="9334500"/>
            <a:ext cx="2784737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4000">
                <a:solidFill>
                  <a:schemeClr val="accent2"/>
                </a:solidFill>
              </a:rPr>
              <a:t>רמת הפשטה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FACDA-97BE-31D4-74D5-D809490E1E9D}"/>
              </a:ext>
            </a:extLst>
          </p:cNvPr>
          <p:cNvSpPr txBox="1"/>
          <p:nvPr/>
        </p:nvSpPr>
        <p:spPr>
          <a:xfrm>
            <a:off x="10820400" y="2857500"/>
            <a:ext cx="2438400" cy="7620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400">
                <a:solidFill>
                  <a:srgbClr val="92D050"/>
                </a:solidFill>
              </a:rPr>
              <a:t>אלגוריתם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184211-4A71-4C66-1026-69D2F45DF708}"/>
              </a:ext>
            </a:extLst>
          </p:cNvPr>
          <p:cNvSpPr txBox="1"/>
          <p:nvPr/>
        </p:nvSpPr>
        <p:spPr>
          <a:xfrm>
            <a:off x="10591800" y="5295900"/>
            <a:ext cx="297180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400" b="1">
                <a:solidFill>
                  <a:srgbClr val="00B050"/>
                </a:solidFill>
              </a:rPr>
              <a:t>דגם עיצוב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58739-CA5E-F778-E4F8-2B6CDA5E6609}"/>
              </a:ext>
            </a:extLst>
          </p:cNvPr>
          <p:cNvSpPr txBox="1"/>
          <p:nvPr/>
        </p:nvSpPr>
        <p:spPr>
          <a:xfrm>
            <a:off x="12039600" y="7505700"/>
            <a:ext cx="990600" cy="7620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400">
                <a:solidFill>
                  <a:srgbClr val="0070C0"/>
                </a:solidFill>
              </a:rPr>
              <a:t>קוד</a:t>
            </a:r>
          </a:p>
        </p:txBody>
      </p:sp>
    </p:spTree>
    <p:extLst>
      <p:ext uri="{BB962C8B-B14F-4D97-AF65-F5344CB8AC3E}">
        <p14:creationId xmlns:p14="http://schemas.microsoft.com/office/powerpoint/2010/main" val="242235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5967</TotalTime>
  <Words>29</Words>
  <Application>Microsoft Office PowerPoint</Application>
  <PresentationFormat>Custom</PresentationFormat>
  <Paragraphs>12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  <vt:variant>
        <vt:lpstr>Custom Shows</vt:lpstr>
      </vt:variant>
      <vt:variant>
        <vt:i4>1</vt:i4>
      </vt:variant>
    </vt:vector>
  </HeadingPairs>
  <TitlesOfParts>
    <vt:vector size="9" baseType="lpstr">
      <vt:lpstr>Arial</vt:lpstr>
      <vt:lpstr>Calibri</vt:lpstr>
      <vt:lpstr>TT Lakes Neue Expanded Bold</vt:lpstr>
      <vt:lpstr>Aptos</vt:lpstr>
      <vt:lpstr>Haim</vt:lpstr>
      <vt:lpstr>Office Theme</vt:lpstr>
      <vt:lpstr>PowerPoint Presentation</vt:lpstr>
      <vt:lpstr>PowerPoint Presentation</vt:lpstr>
      <vt:lpstr>Title of Lecture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אראל סגל - תכנות אלגוריתמים מחקריים</dc:title>
  <dc:creator>דוד</dc:creator>
  <cp:lastModifiedBy>דוד אראל סגל הלוי/David Erel Segal Halevi</cp:lastModifiedBy>
  <cp:revision>39</cp:revision>
  <dcterms:created xsi:type="dcterms:W3CDTF">2006-08-16T00:00:00Z</dcterms:created>
  <dcterms:modified xsi:type="dcterms:W3CDTF">2026-03-26T14:27:17Z</dcterms:modified>
  <dc:identifier>DAG3jFQFlbw</dc:identifier>
</cp:coreProperties>
</file>