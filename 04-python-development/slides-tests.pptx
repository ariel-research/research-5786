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8" r:id="rId2"/>
    <p:sldId id="274" r:id="rId3"/>
    <p:sldId id="275" r:id="rId4"/>
    <p:sldId id="276" r:id="rId5"/>
  </p:sldIdLst>
  <p:sldSz cx="18288000" cy="10287000"/>
  <p:notesSz cx="6858000" cy="9144000"/>
  <p:embeddedFontLst>
    <p:embeddedFont>
      <p:font typeface="Haim" panose="020B0604020202020204" charset="-79"/>
      <p:regular r:id="rId7"/>
    </p:embeddedFont>
    <p:embeddedFont>
      <p:font typeface="TT Lakes Neue Expanded Bold" panose="020B0604020202020204" charset="0"/>
      <p:regular r:id="rId8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5005" autoAdjust="0"/>
  </p:normalViewPr>
  <p:slideViewPr>
    <p:cSldViewPr>
      <p:cViewPr varScale="1">
        <p:scale>
          <a:sx n="61" d="100"/>
          <a:sy n="61" d="100"/>
        </p:scale>
        <p:origin x="126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ז'/ניסן/תשפ"ו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9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D40C169C-9797-6000-77C0-07A2F436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F203C8A8-F233-4994-9B9D-DB58A9FC1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3680C1FC-C2D0-2838-EED6-F12E5B749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1514A771-DAF8-891E-CEB4-D397DE4869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033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79D76146-DCD5-FAF4-DA0A-0C523483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B4AC32C6-6EB4-E698-3DD4-008DD5A57D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BD048662-1D31-FFE8-9529-B013ECA5EF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276EEE7E-7948-6423-1E78-B05742BA77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38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ariel-research/fairpyx/blob/5428285640fa26dea85890be0bac274f838ec53d/fairpyx/allocations.py#L13" TargetMode="External"/><Relationship Id="rId4" Type="http://schemas.openxmlformats.org/officeDocument/2006/relationships/hyperlink" Target="https://github.com/erelsgl/prtpy/blob/main/tests/test_complete_greedy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יחידה 4</a:t>
            </a:r>
            <a:endParaRPr lang="en-US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תהליך פיתוח בפייתון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3735141" y="571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בדיקות בפייתון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27;p2">
            <a:extLst>
              <a:ext uri="{FF2B5EF4-FFF2-40B4-BE49-F238E27FC236}">
                <a16:creationId xmlns:a16="http://schemas.microsoft.com/office/drawing/2014/main" id="{21B61C03-3DC4-5AD4-A107-9A18E7FFADF4}"/>
              </a:ext>
            </a:extLst>
          </p:cNvPr>
          <p:cNvSpPr txBox="1"/>
          <p:nvPr/>
        </p:nvSpPr>
        <p:spPr>
          <a:xfrm>
            <a:off x="1702422" y="2365746"/>
            <a:ext cx="16325383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Doctest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– מעט קלטים פשוטים, משמשים גם להדגמה;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בדיקות יחידה – הרבה קלטים, מקרי-קצה, וכו':</a:t>
            </a:r>
          </a:p>
          <a:p>
            <a:pPr marL="1600200" lvl="1" indent="-11430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Unittest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– בא יחד עם השפה;</a:t>
            </a:r>
          </a:p>
          <a:p>
            <a:pPr marL="1600200" lvl="1" indent="-11430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60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Pytest</a:t>
            </a:r>
            <a:r>
              <a:rPr lang="he-IL" sz="60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– צריך להתקין; קוד קצר ופשוט יותר.</a:t>
            </a:r>
          </a:p>
          <a:p>
            <a:pPr marL="1143000" indent="-11430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היום מקובל להריץ בעזרת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pytest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את כל סוגי הבדיקות.</a:t>
            </a:r>
            <a:endParaRPr sz="6000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23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96F486CF-1433-FFEB-49D6-EF19725B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0CA07D67-1334-79EB-39B3-7D39839119A9}"/>
              </a:ext>
            </a:extLst>
          </p:cNvPr>
          <p:cNvSpPr txBox="1"/>
          <p:nvPr/>
        </p:nvSpPr>
        <p:spPr>
          <a:xfrm>
            <a:off x="2057400" y="571500"/>
            <a:ext cx="1597040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איך בודקים קלטים גדולים?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F9058E63-39C7-58AA-F0CA-5F460BF54C4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56B6B76D-1D8F-C478-256F-7FEBB5130FC8}"/>
              </a:ext>
            </a:extLst>
          </p:cNvPr>
          <p:cNvSpPr txBox="1"/>
          <p:nvPr/>
        </p:nvSpPr>
        <p:spPr>
          <a:xfrm>
            <a:off x="304800" y="2365746"/>
            <a:ext cx="17602200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הקלטים שאנחנו ממציאים בעצמנו הם קטנים, ולא משקפים את כל מגוון הקלטים האפשרי. צריך ליצור גם קלטים גדולים.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קלטים גדולים עם מבנה מסוים, שמאפשר לחשב בקלות את התוצאה (לדוגמה: שידוך גדול ביותר בגרף מלא / ריק)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קלטים גדולים אקראיים.</a:t>
            </a:r>
          </a:p>
          <a:p>
            <a:pPr marL="1600200" lvl="1" indent="-11430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i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איך לבדוק שהתוצאה נכונה?</a:t>
            </a:r>
          </a:p>
        </p:txBody>
      </p:sp>
    </p:spTree>
    <p:extLst>
      <p:ext uri="{BB962C8B-B14F-4D97-AF65-F5344CB8AC3E}">
        <p14:creationId xmlns:p14="http://schemas.microsoft.com/office/powerpoint/2010/main" val="211091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FF1FC4E-1885-D896-2C4B-60A99CD3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E508E8C3-BA59-AF62-B6C7-0462AA51E0FF}"/>
              </a:ext>
            </a:extLst>
          </p:cNvPr>
          <p:cNvSpPr txBox="1"/>
          <p:nvPr/>
        </p:nvSpPr>
        <p:spPr>
          <a:xfrm>
            <a:off x="2057400" y="571500"/>
            <a:ext cx="1597040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איך בודקים קלטים אקראיים גדולים?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0D595C7B-4308-8BD8-3A9C-FB9C83DCB9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07143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65BD4DBD-240E-0C73-B050-7900454CE63D}"/>
              </a:ext>
            </a:extLst>
          </p:cNvPr>
          <p:cNvSpPr txBox="1"/>
          <p:nvPr/>
        </p:nvSpPr>
        <p:spPr>
          <a:xfrm>
            <a:off x="304800" y="2365746"/>
            <a:ext cx="176022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השוואה לאלגוריתם קיים לפתרון אותה בעיה (דוגמה: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/>
              </a:rPr>
              <a:t>prtpy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).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בדיקת תכונות שהפלט חייב לקיים (דוגמה: 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fairpyx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).</a:t>
            </a:r>
          </a:p>
          <a:p>
            <a:pPr marL="1600200" lvl="1" indent="-114300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אפשר להיעזר במשפטים (</a:t>
            </a:r>
            <a:r>
              <a:rPr lang="en-US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Theorem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 המוכחים במאמר.</a:t>
            </a:r>
          </a:p>
        </p:txBody>
      </p:sp>
    </p:spTree>
    <p:extLst>
      <p:ext uri="{BB962C8B-B14F-4D97-AF65-F5344CB8AC3E}">
        <p14:creationId xmlns:p14="http://schemas.microsoft.com/office/powerpoint/2010/main" val="176206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5937</TotalTime>
  <Words>164</Words>
  <Application>Microsoft Office PowerPoint</Application>
  <PresentationFormat>Custom</PresentationFormat>
  <Paragraphs>24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  <vt:variant>
        <vt:lpstr>Custom Shows</vt:lpstr>
      </vt:variant>
      <vt:variant>
        <vt:i4>1</vt:i4>
      </vt:variant>
    </vt:vector>
  </HeadingPairs>
  <TitlesOfParts>
    <vt:vector size="12" baseType="lpstr">
      <vt:lpstr>TT Lakes Neue Expanded Bold</vt:lpstr>
      <vt:lpstr>Wingdings</vt:lpstr>
      <vt:lpstr>Aptos</vt:lpstr>
      <vt:lpstr>Haim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35</cp:revision>
  <dcterms:created xsi:type="dcterms:W3CDTF">2006-08-16T00:00:00Z</dcterms:created>
  <dcterms:modified xsi:type="dcterms:W3CDTF">2026-03-25T14:14:39Z</dcterms:modified>
  <dc:identifier>DAG3jFQFlbw</dc:identifier>
</cp:coreProperties>
</file>