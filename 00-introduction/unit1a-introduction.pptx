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8" r:id="rId2"/>
    <p:sldId id="274" r:id="rId3"/>
    <p:sldId id="283" r:id="rId4"/>
    <p:sldId id="285" r:id="rId5"/>
    <p:sldId id="281" r:id="rId6"/>
    <p:sldId id="284" r:id="rId7"/>
    <p:sldId id="286" r:id="rId8"/>
    <p:sldId id="287" r:id="rId9"/>
    <p:sldId id="289" r:id="rId10"/>
    <p:sldId id="290" r:id="rId11"/>
    <p:sldId id="291" r:id="rId12"/>
    <p:sldId id="292" r:id="rId13"/>
  </p:sldIdLst>
  <p:sldSz cx="18288000" cy="10287000"/>
  <p:notesSz cx="6858000" cy="9144000"/>
  <p:embeddedFontLst>
    <p:embeddedFont>
      <p:font typeface="Haim" panose="020B0604020202020204" charset="-79"/>
      <p:regular r:id="rId15"/>
    </p:embeddedFont>
    <p:embeddedFont>
      <p:font typeface="TT Lakes Neue Expanded Bold" panose="020B0604020202020204" charset="0"/>
      <p:regular r:id="rId16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54" d="100"/>
          <a:sy n="54" d="100"/>
        </p:scale>
        <p:origin x="55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א'/ניסן/תשפ"ו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6B91BA4-4F87-A55E-9147-74885529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086DC65-8252-D014-D5D3-3A60DDA30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569E4F3-1D24-26E9-21F3-4E0157696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E2BB8B9-7142-741F-41CC-565B538A87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09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8FFDBF4-E57E-A22D-3421-7DAA1767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67B7819-609E-6ACC-349C-079690F86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CAC0681F-5343-541E-8417-F1910CBA0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3F2AEBD-1831-B95C-CBFC-309822FE89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17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0A9D23B-A749-9443-5581-BD9CD07C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3D0FB5B-7E4A-970E-3A39-E48F7B01F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643090A-3083-29E9-F988-443728655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9641CCF3-7E25-B15A-1A3B-9F5EE8617D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23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74E822D-D481-57D3-2FAD-91AE3D30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1C3D9F5D-3724-8BF3-0D66-49CCD386F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5610883-DFF0-C0C6-F161-B01D80085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7665929-1116-E975-F19C-BD8E1BEFF4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1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6BEC93E7-C0AE-1AFF-AB5E-71FE5DF3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5DC89A3F-7BEC-38E7-38BC-E4A51D09C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21EE2EB-5409-D051-D601-76920ACB1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46AB571C-E319-63CB-16C7-56EC52C723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54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7AB43D9-E913-4E67-89B8-4DD5CEF7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7F50AEFB-55DE-204C-32DC-774899162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F31ADAA-3A61-8CA7-F382-23E212691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A70B5638-A210-1497-BDA7-29B6C8045E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11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3BD9FB6-6F2A-714C-8827-DC56205E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6F7149C-4F65-8A05-B440-B80F76D53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E1E6373-0D5B-8A69-A28E-8309063CB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980271B-94B6-4875-E75C-65C53B6534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846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2F259F4-52B9-CDD4-3FF7-A6CA98B4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936C850E-1822-0F40-01AD-74C9D788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DB92F23A-0512-7DAB-EC79-5D7AA2231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86342AF9-57DC-1E07-A53B-D5FD8FFB4E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90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B9CA07C-6C94-97A2-D36D-1A1DB2DC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A4E58CD6-2418-8C97-7E56-EF8061009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169B85B-B9A4-7275-4541-F984BD1D3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672A579A-9F7A-50FC-64D8-B89D2B79BB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374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A30CB61-47F3-8438-26EE-07BE0413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648A8482-02E6-A758-E8AC-A6FD35718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7B5CD940-C40C-55AC-ECB2-8F1160F83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04901E7-39E3-7C7D-234F-147B915F4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80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BF0138639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?q=%22new+algorithm%22&amp;hl=iw&amp;as_sdt=0%2C5&amp;inst=9485470196299243772&amp;as_ylo=2025&amp;as_yhi=202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research.facebook.com/" TargetMode="External"/><Relationship Id="rId4" Type="http://schemas.openxmlformats.org/officeDocument/2006/relationships/hyperlink" Target="https://research.ibm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elsgl-at-ariel/research-5785/blob/main/papers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hyperlink" Target="https://scholar.google.com/scholar?q=%22new+algorithm%22&amp;hl=iw&amp;as_sdt=0%2C5&amp;inst=9485470196299243772&amp;as_ylo=2024&amp;as_yhi=202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iel.ac.il/wp/cs/wp-content/uploads/sites/88/2020/08/Guidelines-for-Academic-Integrity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41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ברוכים הבאים לקורס</a:t>
            </a:r>
            <a:endParaRPr lang="en-US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קורסי אלגוריתמים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21B61C03-3DC4-5AD4-A107-9A18E7FFADF4}"/>
              </a:ext>
            </a:extLst>
          </p:cNvPr>
          <p:cNvSpPr txBox="1"/>
          <p:nvPr/>
        </p:nvSpPr>
        <p:spPr>
          <a:xfrm>
            <a:off x="1702422" y="2365746"/>
            <a:ext cx="1632538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1 – כ-50 אלגוריתמים?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2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– כ-100 אלגוריתמים?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48E64C0-D0F5-F0C0-7D41-F8E6AB9B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7EE46CA1-F3CE-F7C1-6E18-025EA9556E80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A88D4015-2CD7-A919-3180-AB1A1118D110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רוב האלגוריתמים שלמדתם התפרסמו לפני-כן במאמר: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המחברים כתבו את האלגוריתם ושלחו לכתב-עת;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עורכי כתב-העת שלחו אותו למומחים לשיפוט; 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המומחים קראו, בדקו ואישרו שהמאמר תקין;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התפרסם בכתב-העת;  [... לאחר זמן ...]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נכנס לספרי-לימוד ולתוכנית הלימודים.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1A64C0BE-6EF3-F56B-20AB-8445D17A1E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73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AD89A4-26A3-6656-6C90-84F78602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F783BFF-D03A-3BA1-DFAB-8205C66AD24C}"/>
              </a:ext>
            </a:extLst>
          </p:cNvPr>
          <p:cNvSpPr txBox="1"/>
          <p:nvPr/>
        </p:nvSpPr>
        <p:spPr>
          <a:xfrm>
            <a:off x="3735141" y="571500"/>
            <a:ext cx="1257165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 - דוגמה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3058EF34-1E9F-7E94-47CF-7852481D528D}"/>
              </a:ext>
            </a:extLst>
          </p:cNvPr>
          <p:cNvSpPr txBox="1"/>
          <p:nvPr/>
        </p:nvSpPr>
        <p:spPr>
          <a:xfrm>
            <a:off x="1702422" y="2365746"/>
            <a:ext cx="1632538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חידה: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איזה אלגוריתם פורסם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במאמר הבא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משנת 1959?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2A908C1B-7BDE-6C3F-1C65-205BD2F802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322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CA5C4AD-1891-A3F5-2670-8F631FCB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428AF42B-BB57-5B52-4284-14A1A2CA19A8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מחקריים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1C20CBEF-F1B7-53CA-5931-0640DB5C8917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בשנת 2025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התפרסמו מעל 20,000 אלגוריתמים חדשים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בפרסומים מדעיים.</a:t>
            </a:r>
          </a:p>
          <a:p>
            <a:pPr marL="1771650" lvl="2" indent="-857250" algn="r" rtl="1">
              <a:lnSpc>
                <a:spcPct val="140000"/>
              </a:lnSpc>
              <a:buFont typeface="Wingdings" panose="05000000000000000000" pitchFamily="2" charset="2"/>
              <a:buChar char="ß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מעל 50 אלגוריתמים חדשים ליום!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בעיות חדשות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יעיל יותר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לבעיות קיימות.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חלק גדול מהאלגוריתמים כתובים "על הנייר"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בלבד.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F9DCCE34-568B-FF9B-D3B9-F0E356B7A3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020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C36C4C39-A8D1-82B5-B069-7C195294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9AD5B405-BFF9-0354-698B-6E9CB7465AFB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מטרת הקורס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D2BAC742-E360-702C-4DA0-2F4FDE513CA7}"/>
              </a:ext>
            </a:extLst>
          </p:cNvPr>
          <p:cNvSpPr txBox="1"/>
          <p:nvPr/>
        </p:nvSpPr>
        <p:spPr>
          <a:xfrm>
            <a:off x="1984917" y="2365746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ללמוד לקרוא, להבין,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ולתכנת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המתפרסמים במאמרים מחקריים.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86C5BB0-5A85-DE62-6BFA-D185052AA4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79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A5CF850-E69E-EC98-F272-269DFD0B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BA8C87AF-BD83-2BB9-1D32-F5D6BD943393}"/>
              </a:ext>
            </a:extLst>
          </p:cNvPr>
          <p:cNvSpPr txBox="1"/>
          <p:nvPr/>
        </p:nvSpPr>
        <p:spPr>
          <a:xfrm>
            <a:off x="3735141" y="387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BD44369-2964-E7D1-5624-442B4D559E29}"/>
              </a:ext>
            </a:extLst>
          </p:cNvPr>
          <p:cNvSpPr txBox="1"/>
          <p:nvPr/>
        </p:nvSpPr>
        <p:spPr>
          <a:xfrm>
            <a:off x="1940312" y="1795860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הכישרון לתכנת אלגוריתמים מחקריים יעזור לכם אם: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תמשיכו ללמוד לתואר שני ומעלה – לחקור בעצמכם;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תגיעו למשרת מחקר בחברה גדולה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גוגל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יבמ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פייסבוק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...)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127;p2">
            <a:extLst>
              <a:ext uri="{FF2B5EF4-FFF2-40B4-BE49-F238E27FC236}">
                <a16:creationId xmlns:a16="http://schemas.microsoft.com/office/drawing/2014/main" id="{3794199F-BA4B-29BD-D039-6A93C5866795}"/>
              </a:ext>
            </a:extLst>
          </p:cNvPr>
          <p:cNvSpPr txBox="1"/>
          <p:nvPr/>
        </p:nvSpPr>
        <p:spPr>
          <a:xfrm>
            <a:off x="3735141" y="5754691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הכישורים הדרושים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27;p2">
            <a:extLst>
              <a:ext uri="{FF2B5EF4-FFF2-40B4-BE49-F238E27FC236}">
                <a16:creationId xmlns:a16="http://schemas.microsoft.com/office/drawing/2014/main" id="{2EDAAF21-7A6E-5A9A-4F09-D0FD841F6C0E}"/>
              </a:ext>
            </a:extLst>
          </p:cNvPr>
          <p:cNvSpPr txBox="1"/>
          <p:nvPr/>
        </p:nvSpPr>
        <p:spPr>
          <a:xfrm>
            <a:off x="1940312" y="7130177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באלגוריתמים 1+2)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תיכנות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בקורסי התיכנות)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E7035B1E-39D9-AFE6-75D4-F89E382F08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550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F3FE066-25C2-D624-A114-5F00962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50409AE9-F1C8-33DE-C7ED-DAF0016EF2F2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לא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EBA6B96B-AA92-068A-1CBB-AE55F59CC04C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משרות בתחום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Front End / Back End / Full Stack / 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marR="0" lvl="0" indent="-8572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Web Development /  Game Development…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אלגוריתמים 1+2;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תיכנות;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סמסטר עמוס בקורסים או עבודה במקביל;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64FDEBF-4179-E54D-55D0-ED15EAFDD3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1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893CADA2-423E-B900-1615-930FB175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893631CC-5EBF-1ACC-3C49-9129056CFDA6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שלבי העבודה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7A99741F-3CA3-0E4F-BE08-43D384BC459A}"/>
              </a:ext>
            </a:extLst>
          </p:cNvPr>
          <p:cNvSpPr txBox="1"/>
          <p:nvPr/>
        </p:nvSpPr>
        <p:spPr>
          <a:xfrm>
            <a:off x="1905000" y="1866900"/>
            <a:ext cx="16042888" cy="818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 בחירת מאמר. כמה אפשרויות: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לבחור מתוך הרשימה באתר הקורס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לפנות למרצה של קורס בחירה שאהבתם (מאמר שעדיין לא מומש, ומתאים למימוש בסמסטר);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לחפש נושא שמעניין אתכם ב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גוגל סקולר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he-IL" sz="44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1. קריאת המאמר, סיכום במילים שלכם, דוגמאות הרצה.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2. מציאת ספריית קוד-פתוח מתאימה, כתיבת כותרות ובדיקות-יחידה.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3. מימוש מלא.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4. שיפור ביצועים, השוואה לאלגוריתם אחר הפותר בעיה דומה.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5. פירסום: בקשת-משיכה +</a:t>
            </a:r>
            <a:r>
              <a:rPr lang="en-US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אתר אינטרנט להדגמה.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6FBC315D-2D5E-44B2-BEC7-F6D2A1198E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837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4898F4-01C0-DC62-2480-EA2F1011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F6FA7A3-3E45-A5A9-BADB-AF5C17EC54FF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ניקוד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D4CEC57-A7E5-6ED8-222B-8D0B4EF8C3B2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5 מטלות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פייתון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1 נקודה לכל מטלה.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5 מטלות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מאמר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10 נקודות לכל מטלה.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55 נקודות על הגשת מטלות.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מטלה בשיעור:  15 נקודות,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עד 3 הצגות. 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45 נקודות על הצגת מטלות.</a:t>
            </a: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EAEC8673-39AB-9DBF-7111-D742D0231F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125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9AEAEFD-BE6E-49C4-F77A-BA712A46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E02E420C-7219-6360-FDA5-503AFA30AF84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חובת נוכחות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0DDD36CD-8C40-5ED6-B6EE-0C7A51892168}"/>
              </a:ext>
            </a:extLst>
          </p:cNvPr>
          <p:cNvSpPr txBox="1"/>
          <p:nvPr/>
        </p:nvSpPr>
        <p:spPr>
          <a:xfrm>
            <a:off x="1940312" y="2187327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יש חובת נוכחות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בכיתה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במקרים הבאים: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מטלות </a:t>
            </a:r>
            <a:r>
              <a:rPr lang="he-IL" sz="4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(פרט למשרתי מילואים)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פתרון לא טוב של אחת המטלות </a:t>
            </a:r>
            <a:r>
              <a:rPr lang="he-IL" sz="36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(ללא שימוש בכלים שנלמדו בשיעור)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he-IL" sz="40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3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FBC7932-EEC0-9EFB-A33A-5FB0E5D164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97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0B8F976-00D0-172E-245F-EE31C170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719A07D-7E1D-57C8-665E-26782567914C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E10FD80E-768C-0E1B-43BF-3D9CA0F37BCD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במטלות השבועיות (בנושא פייתון) – </a:t>
            </a:r>
            <a:r>
              <a:rPr lang="he-IL" sz="60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אסור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ב"מ, כי המטרה היא לתרגל פייתון.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במטלה המתגלגלת (תיכנות המאמר)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</a:t>
            </a:r>
            <a:r>
              <a:rPr lang="he-IL" sz="60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מותר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ב"מ, אבל: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לבדוק ולהבין את כל התשובות – אתם אחראים!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  <a:endParaRPr lang="en-US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3"/>
              </a:rPr>
              <a:t>תקנון יושר - המחלקה למדעי המחשב</a:t>
            </a:r>
            <a:r>
              <a:rPr lang="he-IL" sz="6000"/>
              <a:t> </a:t>
            </a:r>
            <a:endParaRPr lang="en-IL" sz="6000"/>
          </a:p>
        </p:txBody>
      </p:sp>
      <p:pic>
        <p:nvPicPr>
          <p:cNvPr id="3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B432E93-2AAD-9F22-9E0B-4CC8890158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376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5923</TotalTime>
  <Words>473</Words>
  <Application>Microsoft Office PowerPoint</Application>
  <PresentationFormat>Custom</PresentationFormat>
  <Paragraphs>75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  <vt:variant>
        <vt:lpstr>Custom Shows</vt:lpstr>
      </vt:variant>
      <vt:variant>
        <vt:i4>1</vt:i4>
      </vt:variant>
    </vt:vector>
  </HeadingPairs>
  <TitlesOfParts>
    <vt:vector size="20" baseType="lpstr">
      <vt:lpstr>TT Lakes Neue Expanded Bold</vt:lpstr>
      <vt:lpstr>Wingdings</vt:lpstr>
      <vt:lpstr>Haim</vt:lpstr>
      <vt:lpstr>Aptos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Erel Segal-Halevi</cp:lastModifiedBy>
  <cp:revision>22</cp:revision>
  <dcterms:created xsi:type="dcterms:W3CDTF">2006-08-16T00:00:00Z</dcterms:created>
  <dcterms:modified xsi:type="dcterms:W3CDTF">2026-03-18T22:41:13Z</dcterms:modified>
  <dc:identifier>DAG3jFQFlbw</dc:identifier>
</cp:coreProperties>
</file>