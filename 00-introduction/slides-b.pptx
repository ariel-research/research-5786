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8" r:id="rId2"/>
    <p:sldId id="294" r:id="rId3"/>
    <p:sldId id="293" r:id="rId4"/>
  </p:sldIdLst>
  <p:sldSz cx="18288000" cy="10287000"/>
  <p:notesSz cx="6858000" cy="9144000"/>
  <p:embeddedFontLst>
    <p:embeddedFont>
      <p:font typeface="Haim" panose="020B0604020202020204" charset="-79"/>
      <p:regular r:id="rId6"/>
    </p:embeddedFont>
    <p:embeddedFont>
      <p:font typeface="TT Lakes Neue Expanded Bold" panose="020B0604020202020204" charset="0"/>
      <p:regular r:id="rId7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54" d="100"/>
          <a:sy n="54" d="100"/>
        </p:scale>
        <p:origin x="55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א'/ניסן/תשפ"ו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387FA1-F6BD-AB4E-7A20-9437D0F3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178E604-973A-A310-DE0D-081EA1DA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3F5EE8D-F6DF-E727-0F3B-60E311360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384E8E88-AC83-20EE-E63D-8F21588B5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44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DE80F06-3E47-79F8-2F5C-2EFC0440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87E0034D-AD8B-6D27-684C-110054B98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1DEE3A57-BE4E-ECF8-9AD5-9028AF772E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88E9B45-20E0-C0E9-5A75-22F3237D22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1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2026-03-19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riel.ac.il/wp/cs/wp-content/uploads/sites/88/2020/08/Guidelines-for-Academic-Integrity.pdf" TargetMode="External"/><Relationship Id="rId5" Type="http://schemas.openxmlformats.org/officeDocument/2006/relationships/hyperlink" Target="https://chatgpt.com/share/67daa5e4-4cbc-8001-b97e-d27c7501e72e" TargetMode="External"/><Relationship Id="rId4" Type="http://schemas.openxmlformats.org/officeDocument/2006/relationships/hyperlink" Target="EnvyFreeMatchingsAndTheirApplications-InformationSciences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2025,%20Sun%20Yokoo,%20Achieving%20Balanced%20Representation%20in%20School%20Choice%20with%20Diversity%20Goals.pdf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2020,%20Narang%20Biswas%20Narahari,%20On%20Achieving%20Fairness%20and%20Stability%20in%20Many-to-One%20Matchings.pdf" TargetMode="External"/><Relationship Id="rId5" Type="http://schemas.openxmlformats.org/officeDocument/2006/relationships/hyperlink" Target="2021,%20Oh%20Procaccia%20Suksompong,%20Fairly%20allocating%20many%20items%20with%20few%20querires.pdf" TargetMode="External"/><Relationship Id="rId4" Type="http://schemas.openxmlformats.org/officeDocument/2006/relationships/hyperlink" Target="2020,%20Bei%20et%20al,%20Dividing%20a%20graphical%20cak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18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יחידה </a:t>
            </a:r>
            <a:r>
              <a:rPr lang="en-US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</a:rPr>
              <a:t>1</a:t>
            </a:r>
          </a:p>
          <a:p>
            <a:pPr algn="ctr" rtl="1">
              <a:lnSpc>
                <a:spcPts val="8135"/>
              </a:lnSpc>
            </a:pPr>
            <a:endParaRPr lang="en-US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איך קוראים מאמר מחקרי?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5D34F34-5737-E55C-E9B0-F81ABB63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32651519-5773-8EDD-C66F-8F67BA97482D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שימוש בכלי בינה מלאכותית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735AA0B-D130-1B92-37F5-F3CD3DF27B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652" y="1211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73A759A4-726F-905F-89A3-1F982921584C}"/>
              </a:ext>
            </a:extLst>
          </p:cNvPr>
          <p:cNvSpPr txBox="1"/>
          <p:nvPr/>
        </p:nvSpPr>
        <p:spPr>
          <a:xfrm>
            <a:off x="1955552" y="1195414"/>
            <a:ext cx="16042888" cy="930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כלי בינה מלאכותית בימינו </a:t>
            </a:r>
            <a:r>
              <a:rPr lang="he-IL" sz="6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יכולים להבין מאמרים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אבל </a:t>
            </a: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יכולים גם לעשות טעויות 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מאמר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שיחה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r>
              <a:rPr lang="he-IL" sz="7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כמתכנתים, </a:t>
            </a:r>
            <a:r>
              <a:rPr lang="he-IL" sz="60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האחריות על הקוד היא עליכם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אתם צריכים לקרוא ולהבין את המאמר בעצמכם, כדי שתוכלו לוודא אם הב"מ עשה עבודה נכונה.</a:t>
            </a:r>
            <a:endParaRPr lang="he-IL" sz="72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להגיש קישור-שיתוף או העתק של השיחה.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hlinkClick r:id="rId6"/>
              </a:rPr>
              <a:t>תקנון יושר - המחלקה למדעי המחשב</a:t>
            </a:r>
            <a:r>
              <a:rPr lang="he-IL" sz="60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247D-7523-0BBD-5F28-6EAF6A1EEBBA}"/>
              </a:ext>
            </a:extLst>
          </p:cNvPr>
          <p:cNvSpPr txBox="1"/>
          <p:nvPr/>
        </p:nvSpPr>
        <p:spPr>
          <a:xfrm>
            <a:off x="5605578" y="9204662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</p:spTree>
    <p:extLst>
      <p:ext uri="{BB962C8B-B14F-4D97-AF65-F5344CB8AC3E}">
        <p14:creationId xmlns:p14="http://schemas.microsoft.com/office/powerpoint/2010/main" val="414062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3252613-B2B9-8724-3318-2EC3EED6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E261A9A-1A2A-B111-9C91-8606A9702FB8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אתגרים בהבנת מאמר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4E2BD-B132-502B-1DE7-98FAA483994E}"/>
              </a:ext>
            </a:extLst>
          </p:cNvPr>
          <p:cNvSpPr txBox="1"/>
          <p:nvPr/>
        </p:nvSpPr>
        <p:spPr>
          <a:xfrm>
            <a:off x="4605453" y="9271337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  <p:sp>
        <p:nvSpPr>
          <p:cNvPr id="3" name="Google Shape;127;p2">
            <a:extLst>
              <a:ext uri="{FF2B5EF4-FFF2-40B4-BE49-F238E27FC236}">
                <a16:creationId xmlns:a16="http://schemas.microsoft.com/office/drawing/2014/main" id="{8D59347C-4BBB-E507-B7D0-7EA8DA38E932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מושגים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ייחודית;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סימונים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מדוייקת;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שורות-קוד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שצריך אלגוריתם שלם כדי לממש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3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 אלג.1)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הוכחות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שבתוכן מסתתר אלגוריתם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-US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למה 4.3)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"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בלי הגבלת הכלליות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אלג.2)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שגיאות-כתיב ובאגים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באלגוריתמים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-US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אלג.1,2,8; דואל)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78FD1B22-8F32-52D8-2D74-5721CD3BEA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652" y="121100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072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5958</TotalTime>
  <Words>145</Words>
  <Application>Microsoft Office PowerPoint</Application>
  <PresentationFormat>Custom</PresentationFormat>
  <Paragraphs>21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  <vt:variant>
        <vt:lpstr>Custom Shows</vt:lpstr>
      </vt:variant>
      <vt:variant>
        <vt:i4>1</vt:i4>
      </vt:variant>
    </vt:vector>
  </HeadingPairs>
  <TitlesOfParts>
    <vt:vector size="10" baseType="lpstr">
      <vt:lpstr>Aptos</vt:lpstr>
      <vt:lpstr>Haim</vt:lpstr>
      <vt:lpstr>Calibri</vt:lpstr>
      <vt:lpstr>Arial</vt:lpstr>
      <vt:lpstr>TT Lakes Neue Expanded Bold</vt:lpstr>
      <vt:lpstr>Office Theme</vt:lpstr>
      <vt:lpstr>PowerPoint Presentation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Erel Segal-Halevi</cp:lastModifiedBy>
  <cp:revision>14</cp:revision>
  <dcterms:created xsi:type="dcterms:W3CDTF">2006-08-16T00:00:00Z</dcterms:created>
  <dcterms:modified xsi:type="dcterms:W3CDTF">2026-03-19T13:32:54Z</dcterms:modified>
  <dc:identifier>DAG3jFQFlbw</dc:identifier>
</cp:coreProperties>
</file>