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8288000" cy="10287000"/>
  <p:notesSz cx="6858000" cy="9144000"/>
  <p:embeddedFontLst>
    <p:embeddedFont>
      <p:font typeface="Haim" panose="020B0604020202020204" charset="-79"/>
      <p:regular r:id="rId4"/>
    </p:embeddedFont>
    <p:embeddedFont>
      <p:font typeface="TT Lakes Neue Expanded Bold" panose="020B0604020202020204" charset="0"/>
      <p:regular r:id="rId5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71" d="100"/>
          <a:sy n="71" d="100"/>
        </p:scale>
        <p:origin x="27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בניית אתר להדגמת האלגוריתם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6061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1</vt:i4>
      </vt:variant>
    </vt:vector>
  </HeadingPairs>
  <TitlesOfParts>
    <vt:vector size="8" baseType="lpstr">
      <vt:lpstr>TT Lakes Neue Expanded Bold</vt:lpstr>
      <vt:lpstr>Calibri</vt:lpstr>
      <vt:lpstr>Haim</vt:lpstr>
      <vt:lpstr>Arial</vt:lpstr>
      <vt:lpstr>Aptos</vt:lpstr>
      <vt:lpstr>Office Theme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43</cp:revision>
  <dcterms:created xsi:type="dcterms:W3CDTF">2006-08-16T00:00:00Z</dcterms:created>
  <dcterms:modified xsi:type="dcterms:W3CDTF">2026-04-16T12:56:14Z</dcterms:modified>
  <dc:identifier>DAG3jFQFlbw</dc:identifier>
</cp:coreProperties>
</file>