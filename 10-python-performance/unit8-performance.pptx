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8288000" cy="10287000"/>
  <p:notesSz cx="6858000" cy="9144000"/>
  <p:embeddedFontLst>
    <p:embeddedFont>
      <p:font typeface="Haim" panose="020B0604020202020204" charset="-79"/>
      <p:regular r:id="rId4"/>
    </p:embeddedFont>
    <p:embeddedFont>
      <p:font typeface="TT Lakes Neue Expanded Bold" panose="020B0604020202020204" charset="0"/>
      <p:regular r:id="rId5"/>
    </p:embeddedFont>
  </p:embeddedFontLst>
  <p:custShowLst>
    <p:custShow name="Title of Lecture 2" id="0">
      <p:sldLst/>
    </p:custShow>
  </p:custShow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5" autoAdjust="0"/>
    <p:restoredTop sz="85005" autoAdjust="0"/>
  </p:normalViewPr>
  <p:slideViewPr>
    <p:cSldViewPr>
      <p:cViewPr varScale="1">
        <p:scale>
          <a:sx n="64" d="100"/>
          <a:sy n="64" d="100"/>
        </p:scale>
        <p:origin x="102" y="29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2.fntdata"/><Relationship Id="rId4" Type="http://schemas.openxmlformats.org/officeDocument/2006/relationships/font" Target="fonts/font1.fntdata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792BC0D5-0843-46CE-B4B3-FDD7262E77E3}" type="datetimeFigureOut">
              <a:rPr lang="he-IL" smtClean="0"/>
              <a:t>כ"ח/ניסן/תשפ"ו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DAB58470-0623-4BFC-ADE1-E202593B04CA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7241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97B2">
                <a:alpha val="100000"/>
              </a:srgbClr>
            </a:gs>
            <a:gs pos="50000">
              <a:srgbClr val="3A6A9E">
                <a:alpha val="100000"/>
              </a:srgbClr>
            </a:gs>
            <a:gs pos="100000">
              <a:srgbClr val="103863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71865" y="-485270"/>
            <a:ext cx="11706247" cy="11706247"/>
          </a:xfrm>
          <a:custGeom>
            <a:avLst/>
            <a:gdLst/>
            <a:ahLst/>
            <a:cxnLst/>
            <a:rect l="l" t="t" r="r" b="b"/>
            <a:pathLst>
              <a:path w="11706247" h="11706247">
                <a:moveTo>
                  <a:pt x="0" y="0"/>
                </a:moveTo>
                <a:lnTo>
                  <a:pt x="11706247" y="0"/>
                </a:lnTo>
                <a:lnTo>
                  <a:pt x="11706247" y="11706247"/>
                </a:lnTo>
                <a:lnTo>
                  <a:pt x="0" y="117062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>
            <a:off x="11488273" y="-1977661"/>
            <a:ext cx="6994113" cy="8229600"/>
          </a:xfrm>
          <a:custGeom>
            <a:avLst/>
            <a:gdLst/>
            <a:ahLst/>
            <a:cxnLst/>
            <a:rect l="l" t="t" r="r" b="b"/>
            <a:pathLst>
              <a:path w="6994113" h="8229600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-5130555" y="1028700"/>
            <a:ext cx="6994113" cy="8229600"/>
          </a:xfrm>
          <a:custGeom>
            <a:avLst/>
            <a:gdLst/>
            <a:ahLst/>
            <a:cxnLst/>
            <a:rect l="l" t="t" r="r" b="b"/>
            <a:pathLst>
              <a:path w="6994113" h="8229600">
                <a:moveTo>
                  <a:pt x="0" y="0"/>
                </a:moveTo>
                <a:lnTo>
                  <a:pt x="6994113" y="0"/>
                </a:lnTo>
                <a:lnTo>
                  <a:pt x="699411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5" name="Freeform 5"/>
          <p:cNvSpPr/>
          <p:nvPr/>
        </p:nvSpPr>
        <p:spPr>
          <a:xfrm>
            <a:off x="1028700" y="1600418"/>
            <a:ext cx="16514364" cy="7086163"/>
          </a:xfrm>
          <a:custGeom>
            <a:avLst/>
            <a:gdLst/>
            <a:ahLst/>
            <a:cxnLst/>
            <a:rect l="l" t="t" r="r" b="b"/>
            <a:pathLst>
              <a:path w="16514364" h="7086163">
                <a:moveTo>
                  <a:pt x="0" y="0"/>
                </a:moveTo>
                <a:lnTo>
                  <a:pt x="16514364" y="0"/>
                </a:lnTo>
                <a:lnTo>
                  <a:pt x="16514364" y="7086164"/>
                </a:lnTo>
                <a:lnTo>
                  <a:pt x="0" y="70861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6" name="Group 6"/>
          <p:cNvGrpSpPr/>
          <p:nvPr/>
        </p:nvGrpSpPr>
        <p:grpSpPr>
          <a:xfrm>
            <a:off x="7600950" y="9365373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2716" y="0"/>
                  </a:moveTo>
                  <a:lnTo>
                    <a:pt x="750084" y="0"/>
                  </a:lnTo>
                  <a:cubicBezTo>
                    <a:pt x="766717" y="0"/>
                    <a:pt x="782669" y="6608"/>
                    <a:pt x="794431" y="18369"/>
                  </a:cubicBezTo>
                  <a:cubicBezTo>
                    <a:pt x="806192" y="30131"/>
                    <a:pt x="812800" y="46083"/>
                    <a:pt x="812800" y="62716"/>
                  </a:cubicBezTo>
                  <a:lnTo>
                    <a:pt x="812800" y="750084"/>
                  </a:lnTo>
                  <a:cubicBezTo>
                    <a:pt x="812800" y="766717"/>
                    <a:pt x="806192" y="782669"/>
                    <a:pt x="794431" y="794431"/>
                  </a:cubicBezTo>
                  <a:cubicBezTo>
                    <a:pt x="782669" y="806192"/>
                    <a:pt x="766717" y="812800"/>
                    <a:pt x="750084" y="812800"/>
                  </a:cubicBezTo>
                  <a:lnTo>
                    <a:pt x="62716" y="812800"/>
                  </a:lnTo>
                  <a:cubicBezTo>
                    <a:pt x="46083" y="812800"/>
                    <a:pt x="30131" y="806192"/>
                    <a:pt x="18369" y="794431"/>
                  </a:cubicBezTo>
                  <a:cubicBezTo>
                    <a:pt x="6608" y="782669"/>
                    <a:pt x="0" y="766717"/>
                    <a:pt x="0" y="750084"/>
                  </a:cubicBezTo>
                  <a:lnTo>
                    <a:pt x="0" y="62716"/>
                  </a:lnTo>
                  <a:cubicBezTo>
                    <a:pt x="0" y="46083"/>
                    <a:pt x="6608" y="30131"/>
                    <a:pt x="18369" y="18369"/>
                  </a:cubicBezTo>
                  <a:cubicBezTo>
                    <a:pt x="30131" y="6608"/>
                    <a:pt x="46083" y="0"/>
                    <a:pt x="6271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97B2">
                    <a:alpha val="100000"/>
                  </a:srgbClr>
                </a:gs>
                <a:gs pos="50000">
                  <a:srgbClr val="3A6A9E">
                    <a:alpha val="100000"/>
                  </a:srgbClr>
                </a:gs>
                <a:gs pos="100000">
                  <a:srgbClr val="103863">
                    <a:alpha val="100000"/>
                  </a:srgbClr>
                </a:gs>
              </a:gsLst>
              <a:lin ang="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812800" cy="784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6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1955380" y="-134402"/>
            <a:ext cx="4198317" cy="1339997"/>
          </a:xfrm>
          <a:custGeom>
            <a:avLst/>
            <a:gdLst/>
            <a:ahLst/>
            <a:cxnLst/>
            <a:rect l="l" t="t" r="r" b="b"/>
            <a:pathLst>
              <a:path w="4198317" h="1339997">
                <a:moveTo>
                  <a:pt x="0" y="0"/>
                </a:moveTo>
                <a:lnTo>
                  <a:pt x="4198317" y="0"/>
                </a:lnTo>
                <a:lnTo>
                  <a:pt x="4198317" y="1339996"/>
                </a:lnTo>
                <a:lnTo>
                  <a:pt x="0" y="13399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0" name="TextBox 10"/>
          <p:cNvSpPr txBox="1"/>
          <p:nvPr/>
        </p:nvSpPr>
        <p:spPr>
          <a:xfrm>
            <a:off x="1170631" y="3711164"/>
            <a:ext cx="16088669" cy="5232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  <a:p>
            <a:pPr algn="ctr" rtl="1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  <a:p>
            <a:pPr algn="ctr" rtl="1">
              <a:lnSpc>
                <a:spcPts val="8135"/>
              </a:lnSpc>
            </a:pPr>
            <a:r>
              <a:rPr lang="he-IL" sz="7748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מדידה ושיפור ביצועים בפייתון</a:t>
            </a:r>
          </a:p>
          <a:p>
            <a:pPr algn="ctr" rtl="1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  <a:p>
            <a:pPr algn="ctr">
              <a:lnSpc>
                <a:spcPts val="8135"/>
              </a:lnSpc>
            </a:pPr>
            <a:endParaRPr lang="he-IL" sz="7748">
              <a:solidFill>
                <a:srgbClr val="FFFFFF"/>
              </a:solidFill>
              <a:latin typeface="Haim"/>
              <a:ea typeface="Haim"/>
              <a:cs typeface="Haim"/>
              <a:sym typeface="Haim"/>
              <a:rtl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245241" y="9751450"/>
            <a:ext cx="1684932" cy="233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6"/>
              </a:lnSpc>
            </a:pPr>
            <a:r>
              <a:rPr lang="en-US" sz="1739" b="1">
                <a:solidFill>
                  <a:srgbClr val="FFFFFF"/>
                </a:solidFill>
                <a:latin typeface="TT Lakes Neue Expanded Bold"/>
                <a:ea typeface="TT Lakes Neue Expanded Bold"/>
                <a:cs typeface="TT Lakes Neue Expanded Bold"/>
                <a:sym typeface="TT Lakes Neue Expanded Bold"/>
              </a:rPr>
              <a:t>PAGE 1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E607F66E-C8C3-FFEC-9C26-B03F36120BCC}"/>
              </a:ext>
            </a:extLst>
          </p:cNvPr>
          <p:cNvSpPr txBox="1"/>
          <p:nvPr/>
        </p:nvSpPr>
        <p:spPr>
          <a:xfrm>
            <a:off x="1028700" y="469080"/>
            <a:ext cx="16514364" cy="10098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35"/>
              </a:lnSpc>
            </a:pPr>
            <a:r>
              <a:rPr lang="he-IL" sz="600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תכנות אלגוריתמים מחקריים</a:t>
            </a:r>
          </a:p>
        </p:txBody>
      </p:sp>
      <p:sp>
        <p:nvSpPr>
          <p:cNvPr id="14" name="TextBox 11">
            <a:extLst>
              <a:ext uri="{FF2B5EF4-FFF2-40B4-BE49-F238E27FC236}">
                <a16:creationId xmlns:a16="http://schemas.microsoft.com/office/drawing/2014/main" id="{2BCFECAD-6922-04FB-4156-FDCDA18A316C}"/>
              </a:ext>
            </a:extLst>
          </p:cNvPr>
          <p:cNvSpPr txBox="1"/>
          <p:nvPr/>
        </p:nvSpPr>
        <p:spPr>
          <a:xfrm>
            <a:off x="1028700" y="7962900"/>
            <a:ext cx="16421099" cy="373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624"/>
              </a:lnSpc>
              <a:spcBef>
                <a:spcPct val="0"/>
              </a:spcBef>
            </a:pPr>
            <a:r>
              <a:rPr lang="he-IL" sz="3200" u="none" strike="noStrike" dirty="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פרופ' אראל </a:t>
            </a:r>
            <a:r>
              <a:rPr lang="he-IL" sz="3200" u="none" strike="noStrike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סגל הלוי - </a:t>
            </a:r>
            <a:r>
              <a:rPr lang="he-IL" sz="3200" u="none" strike="noStrike" dirty="0">
                <a:solidFill>
                  <a:srgbClr val="FFFFFF"/>
                </a:solidFill>
                <a:latin typeface="Haim"/>
                <a:ea typeface="Haim"/>
                <a:cs typeface="Haim"/>
                <a:sym typeface="Haim"/>
                <a:rtl/>
              </a:rPr>
              <a:t>המחלקה למדעי המחשב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6061</TotalTime>
  <Words>18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  <vt:variant>
        <vt:lpstr>Custom Shows</vt:lpstr>
      </vt:variant>
      <vt:variant>
        <vt:i4>1</vt:i4>
      </vt:variant>
    </vt:vector>
  </HeadingPairs>
  <TitlesOfParts>
    <vt:vector size="8" baseType="lpstr">
      <vt:lpstr>Arial</vt:lpstr>
      <vt:lpstr>Haim</vt:lpstr>
      <vt:lpstr>Aptos</vt:lpstr>
      <vt:lpstr>Calibri</vt:lpstr>
      <vt:lpstr>TT Lakes Neue Expanded Bold</vt:lpstr>
      <vt:lpstr>Office Theme</vt:lpstr>
      <vt:lpstr>PowerPoint Presentation</vt:lpstr>
      <vt:lpstr>Title of Lecture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אראל סגל - תכנות אלגוריתמים מחקריים</dc:title>
  <dc:creator>דוד</dc:creator>
  <cp:lastModifiedBy>דוד אראל סגל הלוי/David Erel Segal Halevi</cp:lastModifiedBy>
  <cp:revision>42</cp:revision>
  <dcterms:created xsi:type="dcterms:W3CDTF">2006-08-16T00:00:00Z</dcterms:created>
  <dcterms:modified xsi:type="dcterms:W3CDTF">2026-04-15T14:21:50Z</dcterms:modified>
  <dc:identifier>DAG3jFQFlbw</dc:identifier>
</cp:coreProperties>
</file>