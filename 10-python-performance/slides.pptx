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8" r:id="rId2"/>
    <p:sldId id="294" r:id="rId3"/>
  </p:sldIdLst>
  <p:sldSz cx="18288000" cy="10287000"/>
  <p:notesSz cx="6858000" cy="9144000"/>
  <p:embeddedFontLst>
    <p:embeddedFont>
      <p:font typeface="Haim" panose="020B0604020202020204" charset="-79"/>
      <p:regular r:id="rId5"/>
    </p:embeddedFont>
    <p:embeddedFont>
      <p:font typeface="TT Lakes Neue Expanded Bold" panose="020B0604020202020204" charset="0"/>
      <p:regular r:id="rId6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85005" autoAdjust="0"/>
  </p:normalViewPr>
  <p:slideViewPr>
    <p:cSldViewPr>
      <p:cViewPr varScale="1">
        <p:scale>
          <a:sx n="92" d="100"/>
          <a:sy n="92" d="100"/>
        </p:scale>
        <p:origin x="66" y="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387FA1-F6BD-AB4E-7A20-9437D0F3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178E604-973A-A310-DE0D-081EA1DA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3F5EE8D-F6DF-E727-0F3B-60E311360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384E8E88-AC83-20EE-E63D-8F21588B5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4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שיפור ביצועי אלגוריתמים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5D34F34-5737-E55C-E9B0-F81ABB63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32651519-5773-8EDD-C66F-8F67BA97482D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 rtl="1">
              <a:lnSpc>
                <a:spcPct val="140000"/>
              </a:lnSpc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סדר עדיפויות בשיפור ביצועים</a:t>
            </a:r>
            <a:endParaRPr lang="he-IL" sz="7500" b="1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35AA0B-D130-1B92-37F5-F3CD3DF27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652" y="1211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BE247D-7523-0BBD-5F28-6EAF6A1EEBBA}"/>
              </a:ext>
            </a:extLst>
          </p:cNvPr>
          <p:cNvSpPr txBox="1"/>
          <p:nvPr/>
        </p:nvSpPr>
        <p:spPr>
          <a:xfrm>
            <a:off x="5605578" y="9204662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  <p:sp>
        <p:nvSpPr>
          <p:cNvPr id="3" name="Google Shape;127;p2">
            <a:extLst>
              <a:ext uri="{FF2B5EF4-FFF2-40B4-BE49-F238E27FC236}">
                <a16:creationId xmlns:a16="http://schemas.microsoft.com/office/drawing/2014/main" id="{8F43E394-8403-4C35-0A27-A1A9E4056713}"/>
              </a:ext>
            </a:extLst>
          </p:cNvPr>
          <p:cNvSpPr txBox="1"/>
          <p:nvPr/>
        </p:nvSpPr>
        <p:spPr>
          <a:xfrm>
            <a:off x="1702422" y="2365746"/>
            <a:ext cx="16325383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בדיקת ביצועים – מול אלגוריתמים אחרים / היוריסטיקות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שיפור האלגוריתם (סיבוכיות זמן ריצה / קבועים).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שיפור מבני הנתונים (ערימה / קבוצה / מטמון).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מקביליות (ריבוי חוטים ותהליכים).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תרגום לשפה מהירה יותר (</a:t>
            </a:r>
            <a:r>
              <a:rPr lang="en-US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++)</a:t>
            </a: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062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6063</TotalTime>
  <Words>64</Words>
  <Application>Microsoft Office PowerPoint</Application>
  <PresentationFormat>Custom</PresentationFormat>
  <Paragraphs>13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  <vt:variant>
        <vt:lpstr>Custom Shows</vt:lpstr>
      </vt:variant>
      <vt:variant>
        <vt:i4>1</vt:i4>
      </vt:variant>
    </vt:vector>
  </HeadingPairs>
  <TitlesOfParts>
    <vt:vector size="9" baseType="lpstr">
      <vt:lpstr>Calibri</vt:lpstr>
      <vt:lpstr>Haim</vt:lpstr>
      <vt:lpstr>Arial</vt:lpstr>
      <vt:lpstr>Aptos</vt:lpstr>
      <vt:lpstr>TT Lakes Neue Expanded Bold</vt:lpstr>
      <vt:lpstr>Office Theme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46</cp:revision>
  <dcterms:created xsi:type="dcterms:W3CDTF">2006-08-16T00:00:00Z</dcterms:created>
  <dcterms:modified xsi:type="dcterms:W3CDTF">2026-04-27T05:55:37Z</dcterms:modified>
  <dc:identifier>DAG3jFQFlbw</dc:identifier>
</cp:coreProperties>
</file>